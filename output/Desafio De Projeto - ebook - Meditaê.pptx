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0" r:id="rId3"/>
    <p:sldId id="258" r:id="rId4"/>
    <p:sldId id="264" r:id="rId5"/>
    <p:sldId id="266" r:id="rId6"/>
    <p:sldId id="263" r:id="rId7"/>
    <p:sldId id="267" r:id="rId8"/>
    <p:sldId id="262" r:id="rId9"/>
    <p:sldId id="268" r:id="rId10"/>
    <p:sldId id="261" r:id="rId11"/>
    <p:sldId id="269" r:id="rId12"/>
    <p:sldId id="270" r:id="rId13"/>
    <p:sldId id="271" r:id="rId14"/>
  </p:sldIdLst>
  <p:sldSz cx="9601200" cy="12801600" type="A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85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45" d="100"/>
          <a:sy n="45" d="100"/>
        </p:scale>
        <p:origin x="1932" y="78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89CDCED2-4763-4E0C-95D4-8B9922F290E9}" type="datetimeFigureOut">
              <a:rPr lang="pt-BR" smtClean="0"/>
              <a:t>12/01/2025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9525"/>
            <a:ext cx="25892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696A150-01D0-4064-95A0-533049AA43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55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A150-01D0-4064-95A0-533049AA433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599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6656-174C-3A87-60F4-95972E73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CB92A1E-BBDC-A46C-D825-9B0A97328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384026-24DF-ACFB-AFA6-5A46503F7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5ECC4C-1D97-056E-CCE9-9F81BA1A8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A150-01D0-4064-95A0-533049AA433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67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50C3-FD48-FFB5-0FE3-7264C373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2FAAF3-F970-A7A3-09F5-6DC772B88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237428-B137-4453-E828-9B74F5B4A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D872B0-0C89-2B55-3155-992BE4A59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A150-01D0-4064-95A0-533049AA433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978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22E0-F5DF-B756-2328-2BDD8538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E1C8EE-7866-D157-FA59-BEA35BB50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0FCC8E-5215-6789-74C4-B7403ED15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84B038-7358-1903-6365-A1B0829A7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A150-01D0-4064-95A0-533049AA433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988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2BAE-BCA5-C8AC-0A5C-5A700DF6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A6BF5C-0155-906B-4526-EBE693EA9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0FEC41-45A5-D69A-33E8-07D47F32F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2AA9F8-C440-FC6C-2F5F-AAE975437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A150-01D0-4064-95A0-533049AA433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985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FD656-57F4-99A6-6F78-87A96C3B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D61DE3-12D5-4019-BF59-0A96D3532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5F4DF3-CA9C-623E-4FA9-9E622DDE4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4A6EF8-097A-489E-A7B8-E6EC5CFD4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A150-01D0-4064-95A0-533049AA433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920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1988-4EAD-5E4A-AA52-E34E48C2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8E176B-B47C-487A-D840-7E87E9786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C1E255-76E1-D3B7-1EE4-1F743412D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0CAC72-941B-FD62-E6AF-EBCF54A8B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A150-01D0-4064-95A0-533049AA433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77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E235-2C8B-4D97-87C6-889D983143F9}" type="datetime1">
              <a:rPr lang="pt-BR" smtClean="0"/>
              <a:t>12/01/2025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02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40F-F419-49B2-AFDC-67CA19AA241C}" type="datetime1">
              <a:rPr lang="pt-BR" smtClean="0"/>
              <a:t>12/01/2025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99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E3679-4E55-4879-8581-DC325F9F6A16}" type="datetime1">
              <a:rPr lang="pt-BR" smtClean="0"/>
              <a:t>12/01/2025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79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8003-567D-4CFC-9417-CA509F40A49B}" type="datetime1">
              <a:rPr lang="pt-BR" smtClean="0"/>
              <a:t>12/01/2025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63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C3459-4B71-48F2-8FBD-433A7820F8B1}" type="datetime1">
              <a:rPr lang="pt-BR" smtClean="0"/>
              <a:t>12/01/2025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32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FB75-7321-4A8A-8416-652724A38997}" type="datetime1">
              <a:rPr lang="pt-BR" smtClean="0"/>
              <a:t>12/01/2025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95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8350-159F-4368-B103-7D2451D0425D}" type="datetime1">
              <a:rPr lang="pt-BR" smtClean="0"/>
              <a:t>12/01/2025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83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250F-F717-4C03-934F-05976A66E970}" type="datetime1">
              <a:rPr lang="pt-BR" smtClean="0"/>
              <a:t>12/01/2025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11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D1AA-1DE2-4327-85A2-40D8A7983DC2}" type="datetime1">
              <a:rPr lang="pt-BR" smtClean="0"/>
              <a:t>12/01/2025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36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692-2F19-4B66-9875-E0A0279836FA}" type="datetime1">
              <a:rPr lang="pt-BR" smtClean="0"/>
              <a:t>12/01/2025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82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A0AC-4EE2-4759-A945-726DC13E8D31}" type="datetime1">
              <a:rPr lang="pt-BR" smtClean="0"/>
              <a:t>12/01/2025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40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699FE-3209-4908-8203-A30BED12A580}" type="datetime1">
              <a:rPr lang="pt-BR" smtClean="0"/>
              <a:t>12/01/2025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Meditaê: A Arte de Parar no Caos | Cinthia Nascimento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AF30A-997D-4031-A89B-A521D10DF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13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CFD767A-552F-D3D1-B85D-35F40BA7B5CB}"/>
              </a:ext>
            </a:extLst>
          </p:cNvPr>
          <p:cNvSpPr/>
          <p:nvPr/>
        </p:nvSpPr>
        <p:spPr>
          <a:xfrm>
            <a:off x="0" y="-1446027"/>
            <a:ext cx="9601200" cy="155235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7A5F441D-D0DA-20DD-311F-4C43976D2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44" y="2370279"/>
            <a:ext cx="7629712" cy="762971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74ABD63-82DC-61EB-6BDA-A0324DBCD17A}"/>
              </a:ext>
            </a:extLst>
          </p:cNvPr>
          <p:cNvSpPr txBox="1"/>
          <p:nvPr/>
        </p:nvSpPr>
        <p:spPr>
          <a:xfrm>
            <a:off x="1382751" y="281354"/>
            <a:ext cx="68356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latin typeface="Arial Black" panose="020B0A04020102020204" pitchFamily="34" charset="0"/>
              </a:rPr>
              <a:t>MEDITAÊ!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C0F788-1E0A-F04C-6F42-1EAFABE88131}"/>
              </a:ext>
            </a:extLst>
          </p:cNvPr>
          <p:cNvSpPr txBox="1"/>
          <p:nvPr/>
        </p:nvSpPr>
        <p:spPr>
          <a:xfrm>
            <a:off x="472787" y="10151864"/>
            <a:ext cx="8463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guia prático para desacelerar e encontrar calma no meio da correria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0FDE01-678B-9E5A-7FAD-E3FA2B103E01}"/>
              </a:ext>
            </a:extLst>
          </p:cNvPr>
          <p:cNvSpPr txBox="1"/>
          <p:nvPr/>
        </p:nvSpPr>
        <p:spPr>
          <a:xfrm>
            <a:off x="1382751" y="12170517"/>
            <a:ext cx="6835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CINTHIA NASCIMENTO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A3D24C-BA6C-719C-BF8B-7044C84094C7}"/>
              </a:ext>
            </a:extLst>
          </p:cNvPr>
          <p:cNvSpPr txBox="1"/>
          <p:nvPr/>
        </p:nvSpPr>
        <p:spPr>
          <a:xfrm>
            <a:off x="-1" y="1510521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A arte de parar em meio ao caos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5100B60-C8A4-DB3F-7378-8B3EBC7ED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Meditaê: A Arte de Parar no Caos | Cinthia Nascimento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1F8B282-F990-C9F6-F156-D9D6F67C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44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6465E-917E-5C0E-114A-92005D0C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57CA918-B94D-FEB8-34B3-FCE58D40D32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33675E-CFEA-76FB-33F4-8B0CAA6CD6B4}"/>
              </a:ext>
            </a:extLst>
          </p:cNvPr>
          <p:cNvSpPr txBox="1"/>
          <p:nvPr/>
        </p:nvSpPr>
        <p:spPr>
          <a:xfrm>
            <a:off x="1012601" y="1148066"/>
            <a:ext cx="79285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443873-64A8-D426-AD17-2889DCACCFEF}"/>
              </a:ext>
            </a:extLst>
          </p:cNvPr>
          <p:cNvSpPr txBox="1"/>
          <p:nvPr/>
        </p:nvSpPr>
        <p:spPr>
          <a:xfrm>
            <a:off x="-1" y="5495352"/>
            <a:ext cx="960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MEDITAR? SÉRIO? SIM, E SEM FRESCURA! </a:t>
            </a:r>
            <a:endParaRPr lang="pt-BR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F29610CB-C6D1-A903-BE08-04215527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381" y="12120033"/>
            <a:ext cx="6804437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bg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30821F-5E4F-7241-7012-5236E2DD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2</a:t>
            </a:fld>
            <a:endParaRPr lang="pt-BR" dirty="0"/>
          </a:p>
        </p:txBody>
      </p:sp>
      <p:pic>
        <p:nvPicPr>
          <p:cNvPr id="19" name="Gráfico 18" descr="Flor de Lotus com preenchimento sólido">
            <a:extLst>
              <a:ext uri="{FF2B5EF4-FFF2-40B4-BE49-F238E27FC236}">
                <a16:creationId xmlns:a16="http://schemas.microsoft.com/office/drawing/2014/main" id="{59B714B5-E08E-542E-3364-60ECD2B3C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9935" y="6818343"/>
            <a:ext cx="2241327" cy="2241327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5B5F66D9-1ABB-B608-5EAA-286C98676DCD}"/>
              </a:ext>
            </a:extLst>
          </p:cNvPr>
          <p:cNvSpPr txBox="1"/>
          <p:nvPr/>
        </p:nvSpPr>
        <p:spPr>
          <a:xfrm>
            <a:off x="-74625" y="9369689"/>
            <a:ext cx="10102968" cy="119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sz="32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Descubra como a meditação pode se encaixar na sua rotina sem complicar</a:t>
            </a:r>
          </a:p>
        </p:txBody>
      </p:sp>
    </p:spTree>
    <p:extLst>
      <p:ext uri="{BB962C8B-B14F-4D97-AF65-F5344CB8AC3E}">
        <p14:creationId xmlns:p14="http://schemas.microsoft.com/office/powerpoint/2010/main" val="256404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1A80EC2-7D3F-F942-13EC-EA1113E62F09}"/>
              </a:ext>
            </a:extLst>
          </p:cNvPr>
          <p:cNvSpPr txBox="1"/>
          <p:nvPr/>
        </p:nvSpPr>
        <p:spPr>
          <a:xfrm>
            <a:off x="926631" y="668348"/>
            <a:ext cx="811808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1. MEDITAR? SÉRIO? SIM, E SEM FRESCURA</a:t>
            </a:r>
            <a:r>
              <a:rPr lang="pt-BR" sz="2400" dirty="0">
                <a:latin typeface="Arial Black" panose="020B0A04020102020204" pitchFamily="34" charset="0"/>
              </a:rPr>
              <a:t>!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8AFEB58-7723-8ACD-8C2C-01910080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151" y="12132818"/>
            <a:ext cx="9231049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tx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86418C-16F4-0B51-836A-0D2B88A6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3</a:t>
            </a:fld>
            <a:endParaRPr lang="pt-BR"/>
          </a:p>
        </p:txBody>
      </p:sp>
      <p:pic>
        <p:nvPicPr>
          <p:cNvPr id="30" name="Gráfico 29" descr="Flor de Lotus com preenchimento sólido">
            <a:extLst>
              <a:ext uri="{FF2B5EF4-FFF2-40B4-BE49-F238E27FC236}">
                <a16:creationId xmlns:a16="http://schemas.microsoft.com/office/drawing/2014/main" id="{92C50880-103C-E1FF-C30F-D6D376B15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076" y="1664522"/>
            <a:ext cx="995048" cy="995048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932BA411-9876-DEDE-F340-97C3A4DD1DFF}"/>
              </a:ext>
            </a:extLst>
          </p:cNvPr>
          <p:cNvSpPr txBox="1"/>
          <p:nvPr/>
        </p:nvSpPr>
        <p:spPr>
          <a:xfrm>
            <a:off x="808462" y="2687452"/>
            <a:ext cx="8118088" cy="88878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Quem nunca ficou irritado esperando aquele cliente indeciso na fila do caixa ou encarou o trânsito parado enquanto o GPS repete: “recalculando rota"? 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Pois bem, este guia é pra você. Meditar pode até soar como coisa de monge ou influencer que acorda às 5h para beber água com limão, mas aqui nós vamos descomplicar. 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Meditação não precisa de velas aromáticas nem almofadas – basta ter uns minutinhos e um pouquinho de boa vontade.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Você vai descobrir como pequenas pausas no meio do caos podem fazer uma diferença enorme no seu bem-estar. Vamos lá? Respire fundo e vire a página.</a:t>
            </a:r>
          </a:p>
        </p:txBody>
      </p:sp>
    </p:spTree>
    <p:extLst>
      <p:ext uri="{BB962C8B-B14F-4D97-AF65-F5344CB8AC3E}">
        <p14:creationId xmlns:p14="http://schemas.microsoft.com/office/powerpoint/2010/main" val="324272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563E-61FF-35CB-5EB8-5AFED467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D922422-C108-D72F-3185-23E256C3AF68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8235A3-385A-7335-104E-EFE9CAA343C9}"/>
              </a:ext>
            </a:extLst>
          </p:cNvPr>
          <p:cNvSpPr txBox="1"/>
          <p:nvPr/>
        </p:nvSpPr>
        <p:spPr>
          <a:xfrm>
            <a:off x="1012601" y="1148066"/>
            <a:ext cx="7928517" cy="4708981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30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39D9B-2D6B-1B44-FF90-8A747F1C1FDD}"/>
              </a:ext>
            </a:extLst>
          </p:cNvPr>
          <p:cNvSpPr txBox="1"/>
          <p:nvPr/>
        </p:nvSpPr>
        <p:spPr>
          <a:xfrm>
            <a:off x="-1" y="5495352"/>
            <a:ext cx="960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QUE É MEDITAÇÃO E POR QUE ELA FUNCIONA? </a:t>
            </a:r>
            <a:endParaRPr lang="pt-BR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2403F18F-08FC-D68B-23E8-CB30796C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381" y="12120033"/>
            <a:ext cx="6804437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bg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757A1B-C3ED-1FB3-D93A-FB594DEE5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4</a:t>
            </a:fld>
            <a:endParaRPr lang="pt-BR" dirty="0"/>
          </a:p>
        </p:txBody>
      </p:sp>
      <p:pic>
        <p:nvPicPr>
          <p:cNvPr id="19" name="Gráfico 18" descr="Flor de Lotus com preenchimento sólido">
            <a:extLst>
              <a:ext uri="{FF2B5EF4-FFF2-40B4-BE49-F238E27FC236}">
                <a16:creationId xmlns:a16="http://schemas.microsoft.com/office/drawing/2014/main" id="{7B011B41-21A5-8D36-CAF5-237A0C213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9935" y="6818343"/>
            <a:ext cx="2241327" cy="2241327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BDAE2B9A-E74A-FD06-BEC6-A5058730732F}"/>
              </a:ext>
            </a:extLst>
          </p:cNvPr>
          <p:cNvSpPr txBox="1"/>
          <p:nvPr/>
        </p:nvSpPr>
        <p:spPr>
          <a:xfrm>
            <a:off x="-74625" y="9369689"/>
            <a:ext cx="10102968" cy="119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sz="32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Descubra como a meditação pode se encaixar na sua rotina sem complicar</a:t>
            </a:r>
          </a:p>
        </p:txBody>
      </p:sp>
    </p:spTree>
    <p:extLst>
      <p:ext uri="{BB962C8B-B14F-4D97-AF65-F5344CB8AC3E}">
        <p14:creationId xmlns:p14="http://schemas.microsoft.com/office/powerpoint/2010/main" val="4327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0976C-C483-9862-931A-F3E83781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399D3ED2-5E64-0D05-5E6D-284C814AB59A}"/>
              </a:ext>
            </a:extLst>
          </p:cNvPr>
          <p:cNvSpPr txBox="1"/>
          <p:nvPr/>
        </p:nvSpPr>
        <p:spPr>
          <a:xfrm>
            <a:off x="926631" y="668348"/>
            <a:ext cx="811808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rial Black" panose="020B0A04020102020204" pitchFamily="34" charset="0"/>
              </a:rPr>
              <a:t>2. O QUE É MEDITAÇÃO E POR QUE ELA FUNCIONA? </a:t>
            </a:r>
            <a:endParaRPr lang="pt-BR" sz="2400" dirty="0">
              <a:latin typeface="Arial Black" panose="020B0A040201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A04D9C-98CC-945F-5DB2-FCD8B338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151" y="12132818"/>
            <a:ext cx="9231049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tx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BCB9D-E80D-3056-90F6-39315E4D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5</a:t>
            </a:fld>
            <a:endParaRPr lang="pt-BR"/>
          </a:p>
        </p:txBody>
      </p:sp>
      <p:pic>
        <p:nvPicPr>
          <p:cNvPr id="30" name="Gráfico 29" descr="Flor de Lotus com preenchimento sólido">
            <a:extLst>
              <a:ext uri="{FF2B5EF4-FFF2-40B4-BE49-F238E27FC236}">
                <a16:creationId xmlns:a16="http://schemas.microsoft.com/office/drawing/2014/main" id="{451F3C81-A2F8-3984-F853-847F8DDAE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076" y="1664522"/>
            <a:ext cx="995048" cy="995048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4B62426B-7F4E-0122-D3C3-B2AE7B268E07}"/>
              </a:ext>
            </a:extLst>
          </p:cNvPr>
          <p:cNvSpPr txBox="1"/>
          <p:nvPr/>
        </p:nvSpPr>
        <p:spPr>
          <a:xfrm>
            <a:off x="808462" y="2687452"/>
            <a:ext cx="8118088" cy="8333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Meditação é simplesmente o ato de pausar. Imagine que sua mente é como um computador com mil abas abertas.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Meditar é dar um "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Ctrl+W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" em tudo e focar em uma coisa de cada vez. Simples assim. Não é sobre "parar de pensar"; é sobre observar os pensamentos sem deixar que eles te engulam.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Benefícios: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Menos ansiedade: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Como quando você encontra um atalho no trânsito e foge da avenida engarrafada.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	Mais foco: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Igual aquele momento em que o café bate e você organiza toda a mesa em 10 minutos.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Paciência extra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: Tipo segurar o riso quando o cliente pergunta a mesma coisa pela terceira vez.</a:t>
            </a:r>
          </a:p>
        </p:txBody>
      </p:sp>
    </p:spTree>
    <p:extLst>
      <p:ext uri="{BB962C8B-B14F-4D97-AF65-F5344CB8AC3E}">
        <p14:creationId xmlns:p14="http://schemas.microsoft.com/office/powerpoint/2010/main" val="1838157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7C62F-A2DE-C98E-4E65-2BED0E74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5ECA48F7-31CF-33B3-A42D-2379B1D68DE9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CA44FA-DDC3-E2BC-BAEE-C6D8FE3B56C3}"/>
              </a:ext>
            </a:extLst>
          </p:cNvPr>
          <p:cNvSpPr txBox="1"/>
          <p:nvPr/>
        </p:nvSpPr>
        <p:spPr>
          <a:xfrm>
            <a:off x="1012601" y="1148066"/>
            <a:ext cx="79285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6AB959-E44C-C6B7-F2FB-B3F428F45DE9}"/>
              </a:ext>
            </a:extLst>
          </p:cNvPr>
          <p:cNvSpPr txBox="1"/>
          <p:nvPr/>
        </p:nvSpPr>
        <p:spPr>
          <a:xfrm>
            <a:off x="0" y="5494904"/>
            <a:ext cx="960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TRÊS EXERCÍCIOS RÁPIDOS PARA COMEÇAR AGORA </a:t>
            </a:r>
            <a:endParaRPr lang="pt-BR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E1B6E350-C4BD-0D47-8B3A-2BCD7907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381" y="12120033"/>
            <a:ext cx="6804437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bg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529A1C-489F-FEF2-F235-48EA3756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6</a:t>
            </a:fld>
            <a:endParaRPr lang="pt-BR" dirty="0"/>
          </a:p>
        </p:txBody>
      </p:sp>
      <p:pic>
        <p:nvPicPr>
          <p:cNvPr id="19" name="Gráfico 18" descr="Flor de Lotus com preenchimento sólido">
            <a:extLst>
              <a:ext uri="{FF2B5EF4-FFF2-40B4-BE49-F238E27FC236}">
                <a16:creationId xmlns:a16="http://schemas.microsoft.com/office/drawing/2014/main" id="{F5AC4861-8C37-D60E-49E7-96C7FCD4B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9935" y="6818343"/>
            <a:ext cx="2241327" cy="2241327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31284A25-76F1-BD3E-92E0-DFBF34416C4B}"/>
              </a:ext>
            </a:extLst>
          </p:cNvPr>
          <p:cNvSpPr txBox="1"/>
          <p:nvPr/>
        </p:nvSpPr>
        <p:spPr>
          <a:xfrm>
            <a:off x="-74625" y="9369689"/>
            <a:ext cx="10102968" cy="119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sz="32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Práticas simples para integrar a meditação no seu dia a dia</a:t>
            </a:r>
          </a:p>
        </p:txBody>
      </p:sp>
    </p:spTree>
    <p:extLst>
      <p:ext uri="{BB962C8B-B14F-4D97-AF65-F5344CB8AC3E}">
        <p14:creationId xmlns:p14="http://schemas.microsoft.com/office/powerpoint/2010/main" val="396691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300C-CED9-227E-7C63-781EE3D9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CE4F69-7438-D4C8-334D-81E1111D84FA}"/>
              </a:ext>
            </a:extLst>
          </p:cNvPr>
          <p:cNvSpPr txBox="1"/>
          <p:nvPr/>
        </p:nvSpPr>
        <p:spPr>
          <a:xfrm>
            <a:off x="926631" y="668348"/>
            <a:ext cx="811808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rial Black" panose="020B0A04020102020204" pitchFamily="34" charset="0"/>
              </a:rPr>
              <a:t>3. TRÊS EXERCÍCIOS RÁPIDOS PARA COMEÇAR AGORA </a:t>
            </a:r>
            <a:endParaRPr lang="pt-BR" sz="2400" dirty="0">
              <a:latin typeface="Arial Black" panose="020B0A040201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626313-B1C5-2501-1C8D-6F4228DC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151" y="12132818"/>
            <a:ext cx="9231049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tx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071240-718D-4E53-76FC-44123729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7</a:t>
            </a:fld>
            <a:endParaRPr lang="pt-BR"/>
          </a:p>
        </p:txBody>
      </p:sp>
      <p:pic>
        <p:nvPicPr>
          <p:cNvPr id="30" name="Gráfico 29" descr="Flor de Lotus com preenchimento sólido">
            <a:extLst>
              <a:ext uri="{FF2B5EF4-FFF2-40B4-BE49-F238E27FC236}">
                <a16:creationId xmlns:a16="http://schemas.microsoft.com/office/drawing/2014/main" id="{C3BAAC1A-AA0C-E340-9C8C-9BD3372EB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076" y="1664522"/>
            <a:ext cx="995048" cy="995048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6A470E86-5ABD-6A96-78B0-0A76CDFB1FCB}"/>
              </a:ext>
            </a:extLst>
          </p:cNvPr>
          <p:cNvSpPr txBox="1"/>
          <p:nvPr/>
        </p:nvSpPr>
        <p:spPr>
          <a:xfrm>
            <a:off x="808462" y="2687452"/>
            <a:ext cx="8118088" cy="88878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1. Respiração do Sistema Travado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Está esperando o sistema reiniciar? É a deixa perfeita! Respire fundo pelo nariz por 4 segundos, segure por 2, e solte lentamente pela boca por 6. Repita 3 vezes. Pronto, sua paciência foi atualizada.</a:t>
            </a:r>
          </a:p>
          <a:p>
            <a:pPr algn="just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2. Escuta Ativa do Escritório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No meio da confusão do ambiente de trabalho, feche os olhos por um instante (se puder) e tente identificar 3 sons diferentes – a digitação frenética do colega, o barulho da impressora, ou até o som da rua lá fora. Essa atenção ao momento presente te ajuda a recarregar.</a:t>
            </a:r>
          </a:p>
          <a:p>
            <a:pPr algn="just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3. Relaxamento de Trânsito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Preso no trânsito? Não buzine! Ao invés disso, concentre-se em relaxar cada parte do corpo, dos dedos do pé até o topo da cabeça. Respire fundo e aproveite o momento para simplesmente estar ali, sem pressa.</a:t>
            </a:r>
          </a:p>
        </p:txBody>
      </p:sp>
    </p:spTree>
    <p:extLst>
      <p:ext uri="{BB962C8B-B14F-4D97-AF65-F5344CB8AC3E}">
        <p14:creationId xmlns:p14="http://schemas.microsoft.com/office/powerpoint/2010/main" val="264329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8A8C-6D36-A254-C2BC-8FCF72CF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3F5BDF2A-3B8D-C4B4-DF80-929606888D7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CB54C3-7DC3-9FC6-4D96-8A15DC5B9C6B}"/>
              </a:ext>
            </a:extLst>
          </p:cNvPr>
          <p:cNvSpPr txBox="1"/>
          <p:nvPr/>
        </p:nvSpPr>
        <p:spPr>
          <a:xfrm>
            <a:off x="1012601" y="1148066"/>
            <a:ext cx="79285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04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AECB38-F866-3F65-6611-4B1D5CAC3DE0}"/>
              </a:ext>
            </a:extLst>
          </p:cNvPr>
          <p:cNvSpPr txBox="1"/>
          <p:nvPr/>
        </p:nvSpPr>
        <p:spPr>
          <a:xfrm>
            <a:off x="-1" y="5495352"/>
            <a:ext cx="960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COMO INCORPORAR A MEDITAÇÃO NO DIA A DIA </a:t>
            </a:r>
            <a:endParaRPr lang="pt-BR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3B744E33-B993-3BE3-F380-750FD0FE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381" y="12120033"/>
            <a:ext cx="6804437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bg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290E3A-15EC-5045-E457-66BC728E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8</a:t>
            </a:fld>
            <a:endParaRPr lang="pt-BR" dirty="0"/>
          </a:p>
        </p:txBody>
      </p:sp>
      <p:pic>
        <p:nvPicPr>
          <p:cNvPr id="19" name="Gráfico 18" descr="Flor de Lotus com preenchimento sólido">
            <a:extLst>
              <a:ext uri="{FF2B5EF4-FFF2-40B4-BE49-F238E27FC236}">
                <a16:creationId xmlns:a16="http://schemas.microsoft.com/office/drawing/2014/main" id="{2DA717A2-BA91-84E0-A79E-1B3F2D3DA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9935" y="6818343"/>
            <a:ext cx="2241327" cy="2241327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4937B5AA-6B12-BFCA-6164-13622F5AE564}"/>
              </a:ext>
            </a:extLst>
          </p:cNvPr>
          <p:cNvSpPr txBox="1"/>
          <p:nvPr/>
        </p:nvSpPr>
        <p:spPr>
          <a:xfrm>
            <a:off x="-250884" y="9398371"/>
            <a:ext cx="10102968" cy="119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sz="32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Sugestões de momentos e lugares para praticar, mesmo na correria</a:t>
            </a:r>
          </a:p>
        </p:txBody>
      </p:sp>
    </p:spTree>
    <p:extLst>
      <p:ext uri="{BB962C8B-B14F-4D97-AF65-F5344CB8AC3E}">
        <p14:creationId xmlns:p14="http://schemas.microsoft.com/office/powerpoint/2010/main" val="3438687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C418-1186-02A1-0649-1E786C15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58443B63-C997-DB17-2DB7-38BA59134115}"/>
              </a:ext>
            </a:extLst>
          </p:cNvPr>
          <p:cNvSpPr txBox="1"/>
          <p:nvPr/>
        </p:nvSpPr>
        <p:spPr>
          <a:xfrm>
            <a:off x="926631" y="668348"/>
            <a:ext cx="811808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rial Black" panose="020B0A04020102020204" pitchFamily="34" charset="0"/>
              </a:rPr>
              <a:t>4. COMO INCORPORAR A MEDITAÇÃO NO DIA A DIA </a:t>
            </a:r>
            <a:endParaRPr lang="pt-BR" sz="2400" dirty="0">
              <a:latin typeface="Arial Black" panose="020B0A040201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D1BB03-EA9D-C7B2-A5AC-52BEB364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151" y="12132818"/>
            <a:ext cx="9231049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tx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66F0BC-3E0B-9E93-E144-BE608316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9</a:t>
            </a:fld>
            <a:endParaRPr lang="pt-BR"/>
          </a:p>
        </p:txBody>
      </p:sp>
      <p:pic>
        <p:nvPicPr>
          <p:cNvPr id="30" name="Gráfico 29" descr="Flor de Lotus com preenchimento sólido">
            <a:extLst>
              <a:ext uri="{FF2B5EF4-FFF2-40B4-BE49-F238E27FC236}">
                <a16:creationId xmlns:a16="http://schemas.microsoft.com/office/drawing/2014/main" id="{1F10C497-6750-B0EB-E887-1DAB30F16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076" y="1664522"/>
            <a:ext cx="995048" cy="995048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639B2A21-8A51-6F84-A9C1-16D8012C210E}"/>
              </a:ext>
            </a:extLst>
          </p:cNvPr>
          <p:cNvSpPr txBox="1"/>
          <p:nvPr/>
        </p:nvSpPr>
        <p:spPr>
          <a:xfrm>
            <a:off x="808462" y="2687452"/>
            <a:ext cx="8118088" cy="6117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Você não precisa reservar 30 minutos do seu dia para meditar – aproveite as brechas que já existem: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•	Na fila do banco: Em vez de rolar o celular, pratique a respiração lenta.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•	Enquanto espera o elevador: Observe como seu corpo está e relaxe os ombros.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•	Durante pausas no trabalho: Feche os olhos por 1 minuto e apenas ouça o que está ao seu redor.</a:t>
            </a:r>
          </a:p>
        </p:txBody>
      </p:sp>
    </p:spTree>
    <p:extLst>
      <p:ext uri="{BB962C8B-B14F-4D97-AF65-F5344CB8AC3E}">
        <p14:creationId xmlns:p14="http://schemas.microsoft.com/office/powerpoint/2010/main" val="217036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6283-7EAE-5918-F277-E26D8F0E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F815D36-CB5C-3D49-6432-B354F33F588A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41F865-C875-20E0-BA72-AFE59FF6D9E3}"/>
              </a:ext>
            </a:extLst>
          </p:cNvPr>
          <p:cNvSpPr txBox="1"/>
          <p:nvPr/>
        </p:nvSpPr>
        <p:spPr>
          <a:xfrm>
            <a:off x="1012601" y="1148066"/>
            <a:ext cx="79285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05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222D11-4B3D-7A34-FB5B-1A96370D3082}"/>
              </a:ext>
            </a:extLst>
          </p:cNvPr>
          <p:cNvSpPr txBox="1"/>
          <p:nvPr/>
        </p:nvSpPr>
        <p:spPr>
          <a:xfrm>
            <a:off x="-1" y="5495352"/>
            <a:ext cx="960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MENSAGEM FINAL: MEDITAÇÃO PARA A VIDA REAL </a:t>
            </a:r>
            <a:endParaRPr lang="pt-BR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2205E6D-D44C-4962-1378-3F91364A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381" y="12120033"/>
            <a:ext cx="6804437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bg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DE19EE-4344-0BE2-8EFF-2503F021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10</a:t>
            </a:fld>
            <a:endParaRPr lang="pt-BR" dirty="0"/>
          </a:p>
        </p:txBody>
      </p:sp>
      <p:pic>
        <p:nvPicPr>
          <p:cNvPr id="19" name="Gráfico 18" descr="Flor de Lotus com preenchimento sólido">
            <a:extLst>
              <a:ext uri="{FF2B5EF4-FFF2-40B4-BE49-F238E27FC236}">
                <a16:creationId xmlns:a16="http://schemas.microsoft.com/office/drawing/2014/main" id="{F7A2C243-B3BB-14E1-6D60-0486405A7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9935" y="6818343"/>
            <a:ext cx="2241327" cy="2241327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87A7B722-2003-419E-3B5A-BB9D49AD205D}"/>
              </a:ext>
            </a:extLst>
          </p:cNvPr>
          <p:cNvSpPr txBox="1"/>
          <p:nvPr/>
        </p:nvSpPr>
        <p:spPr>
          <a:xfrm>
            <a:off x="-74625" y="9369689"/>
            <a:ext cx="10102968" cy="119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sz="3200" kern="100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Reflexões e encorajamento para continuar meditando</a:t>
            </a:r>
          </a:p>
        </p:txBody>
      </p:sp>
    </p:spTree>
    <p:extLst>
      <p:ext uri="{BB962C8B-B14F-4D97-AF65-F5344CB8AC3E}">
        <p14:creationId xmlns:p14="http://schemas.microsoft.com/office/powerpoint/2010/main" val="1391326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E556C-4DF5-1A91-E9F6-0F9EB101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34C396-04F9-C37A-0FEA-7045D05FAB67}"/>
              </a:ext>
            </a:extLst>
          </p:cNvPr>
          <p:cNvSpPr txBox="1"/>
          <p:nvPr/>
        </p:nvSpPr>
        <p:spPr>
          <a:xfrm>
            <a:off x="926631" y="668348"/>
            <a:ext cx="811808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>
                <a:latin typeface="Arial Black" panose="020B0A04020102020204" pitchFamily="34" charset="0"/>
              </a:rPr>
              <a:t>MENSAGEM FINAL: MEDITAÇÃO PARA A VIDA REAL </a:t>
            </a:r>
            <a:endParaRPr lang="pt-BR" sz="2400" dirty="0">
              <a:latin typeface="Arial Black" panose="020B0A040201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C0569F-0268-6D12-BBBE-406184B4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151" y="12132818"/>
            <a:ext cx="9231049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tx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C5CA0D-4388-ADF6-D07B-E36EC9854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11</a:t>
            </a:fld>
            <a:endParaRPr lang="pt-BR"/>
          </a:p>
        </p:txBody>
      </p:sp>
      <p:pic>
        <p:nvPicPr>
          <p:cNvPr id="30" name="Gráfico 29" descr="Flor de Lotus com preenchimento sólido">
            <a:extLst>
              <a:ext uri="{FF2B5EF4-FFF2-40B4-BE49-F238E27FC236}">
                <a16:creationId xmlns:a16="http://schemas.microsoft.com/office/drawing/2014/main" id="{81F4CAEB-A6CD-B14B-2C23-7CEF36233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076" y="1664522"/>
            <a:ext cx="995048" cy="995048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8CF367FC-DF8B-438B-A58A-6CA9A1982785}"/>
              </a:ext>
            </a:extLst>
          </p:cNvPr>
          <p:cNvSpPr txBox="1"/>
          <p:nvPr/>
        </p:nvSpPr>
        <p:spPr>
          <a:xfrm>
            <a:off x="808462" y="2687452"/>
            <a:ext cx="8118088" cy="50098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Não importa o quão corrida sua rotina seja, sempre existe uma oportunidade de desacelerar. 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Comece pequeno, sem cobrança. Lembre-se: a meditação não é sobre perfeição, é sobre estar presente.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Na próxima vez que o caos tomar conta, lembre-se: você tem o poder de pausar.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Meditaê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e descubra que a calma pode ser encontrada nos lugares mais improváveis.</a:t>
            </a:r>
          </a:p>
        </p:txBody>
      </p:sp>
    </p:spTree>
    <p:extLst>
      <p:ext uri="{BB962C8B-B14F-4D97-AF65-F5344CB8AC3E}">
        <p14:creationId xmlns:p14="http://schemas.microsoft.com/office/powerpoint/2010/main" val="130536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08CC-FC09-FF91-E1CD-3391DB4BB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7052001-27E7-65B9-8C6F-3873494D879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8462F2-69E5-B68B-98EB-EDD674906A73}"/>
              </a:ext>
            </a:extLst>
          </p:cNvPr>
          <p:cNvSpPr txBox="1"/>
          <p:nvPr/>
        </p:nvSpPr>
        <p:spPr>
          <a:xfrm>
            <a:off x="-1" y="5495352"/>
            <a:ext cx="960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AGRADECIMENTOS</a:t>
            </a:r>
            <a:endParaRPr lang="pt-BR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8E6EA43-FDBD-193A-49AE-09A2AA8A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381" y="12120033"/>
            <a:ext cx="6804437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bg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D6AC30-B6A8-D719-D34C-322F0075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12</a:t>
            </a:fld>
            <a:endParaRPr lang="pt-BR" dirty="0"/>
          </a:p>
        </p:txBody>
      </p:sp>
      <p:pic>
        <p:nvPicPr>
          <p:cNvPr id="19" name="Gráfico 18" descr="Flor de Lotus com preenchimento sólido">
            <a:extLst>
              <a:ext uri="{FF2B5EF4-FFF2-40B4-BE49-F238E27FC236}">
                <a16:creationId xmlns:a16="http://schemas.microsoft.com/office/drawing/2014/main" id="{57E14D7E-132C-E60D-55D4-DFADFD82F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9935" y="6818343"/>
            <a:ext cx="2241327" cy="224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AAEB-D697-8F33-4292-572BE465F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860624A-4345-E3F7-6195-7275050018C1}"/>
              </a:ext>
            </a:extLst>
          </p:cNvPr>
          <p:cNvSpPr txBox="1"/>
          <p:nvPr/>
        </p:nvSpPr>
        <p:spPr>
          <a:xfrm>
            <a:off x="926631" y="668348"/>
            <a:ext cx="811808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rial Black" panose="020B0A04020102020204" pitchFamily="34" charset="0"/>
              </a:rPr>
              <a:t>OBRIGADA POR LER O MEDITAÊ</a:t>
            </a:r>
            <a:endParaRPr lang="pt-BR" sz="2400" dirty="0">
              <a:latin typeface="Arial Black" panose="020B0A040201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2BCD38-89C1-AF1F-15FE-7F8FF4D1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151" y="12132818"/>
            <a:ext cx="9231049" cy="681567"/>
          </a:xfrm>
        </p:spPr>
        <p:txBody>
          <a:bodyPr/>
          <a:lstStyle/>
          <a:p>
            <a:r>
              <a:rPr lang="pt-BR" sz="1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Meditaê</a:t>
            </a:r>
            <a:r>
              <a:rPr lang="pt-BR" sz="1600" dirty="0">
                <a:solidFill>
                  <a:schemeClr val="tx1"/>
                </a:solidFill>
                <a:latin typeface="Arial Black" panose="020B0A04020102020204" pitchFamily="34" charset="0"/>
              </a:rPr>
              <a:t>: A Arte de Parar no Caos | Cinthia Nascimento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0341ED-E5BA-792B-9CCA-ED40184D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AF30A-997D-4031-A89B-A521D10DFF2C}" type="slidenum">
              <a:rPr lang="pt-BR" smtClean="0"/>
              <a:t>13</a:t>
            </a:fld>
            <a:endParaRPr lang="pt-BR"/>
          </a:p>
        </p:txBody>
      </p:sp>
      <p:pic>
        <p:nvPicPr>
          <p:cNvPr id="30" name="Gráfico 29" descr="Flor de Lotus com preenchimento sólido">
            <a:extLst>
              <a:ext uri="{FF2B5EF4-FFF2-40B4-BE49-F238E27FC236}">
                <a16:creationId xmlns:a16="http://schemas.microsoft.com/office/drawing/2014/main" id="{B10C53E0-B74A-7E19-28B5-0BD9D66F8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076" y="1664522"/>
            <a:ext cx="995048" cy="995048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4FB942-B6C0-5F9A-E226-9E5C7D24024A}"/>
              </a:ext>
            </a:extLst>
          </p:cNvPr>
          <p:cNvSpPr txBox="1"/>
          <p:nvPr/>
        </p:nvSpPr>
        <p:spPr>
          <a:xfrm>
            <a:off x="808462" y="2687452"/>
            <a:ext cx="8118088" cy="39018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Espero que você tenha encontrado inspiração e ferramentas práticas para momentos de calma em sua vida. 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conteúdo foi gerado por Inteligência Artificial, e a diagramação foi realizada por um talentoso humano.</a:t>
            </a:r>
          </a:p>
          <a:p>
            <a:pPr algn="just">
              <a:lnSpc>
                <a:spcPct val="15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Ponto de exclamação com preenchimento sólido">
            <a:extLst>
              <a:ext uri="{FF2B5EF4-FFF2-40B4-BE49-F238E27FC236}">
                <a16:creationId xmlns:a16="http://schemas.microsoft.com/office/drawing/2014/main" id="{868861A1-5600-F19B-6533-2F546949F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450" y="497413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1863</TotalTime>
  <Words>920</Words>
  <Application>Microsoft Office PowerPoint</Application>
  <PresentationFormat>Papel A3 (297 x 420 mm)</PresentationFormat>
  <Paragraphs>95</Paragraphs>
  <Slides>13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Cinthia Nascimento</dc:creator>
  <cp:lastModifiedBy>Cinthia Nascimento</cp:lastModifiedBy>
  <cp:revision>6</cp:revision>
  <cp:lastPrinted>2025-01-12T22:56:27Z</cp:lastPrinted>
  <dcterms:created xsi:type="dcterms:W3CDTF">2025-01-03T17:17:01Z</dcterms:created>
  <dcterms:modified xsi:type="dcterms:W3CDTF">2025-01-12T22:58:20Z</dcterms:modified>
</cp:coreProperties>
</file>